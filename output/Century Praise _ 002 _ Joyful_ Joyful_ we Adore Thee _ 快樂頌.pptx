
<file path=[Content_Types].xml><?xml version="1.0" encoding="utf-8"?>
<Types xmlns="http://schemas.openxmlformats.org/package/2006/content-types">
  <Default ContentType="application/x-fontdata" Extension="fntdata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  <p:sldMasterId id="2147483710" r:id="rId2"/>
  </p:sldMasterIdLst>
  <p:notesMasterIdLst>
    <p:notesMasterId r:id="rId6"/>
  </p:notesMasterIdLst>
  <p:handoutMasterIdLst>
    <p:handoutMasterId r:id="rId7"/>
  </p:handoutMasterIdLst>
  <p:sldIdLst>
    <p:sldId id="266" r:id="rId21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</p:sldIdLst>
  <p:sldSz cx="9144000" cy="5143500" type="screen16x9"/>
  <p:notesSz cx="6950075" cy="9236075"/>
  <p:embeddedFontLst>
    <p:embeddedFont>
      <p:font typeface="STKaiti" pitchFamily="2" charset="-122"/>
      <p:regular r:id="rId8"/>
    </p:embeddedFont>
    <p:embeddedFont>
      <p:font typeface="Calibri" pitchFamily="34" charset="0"/>
      <p:regular r:id="rId9"/>
      <p:bold r:id="rId10"/>
      <p:italic r:id="rId11"/>
      <p:boldItalic r:id="rId12"/>
    </p:embeddedFont>
    <p:embeddedFont>
      <p:font typeface="Arial Narrow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-82" y="-7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2552" y="-64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3.fntdata" Type="http://schemas.openxmlformats.org/officeDocument/2006/relationships/font"/><Relationship Id="rId11" Target="fonts/font4.fntdata" Type="http://schemas.openxmlformats.org/officeDocument/2006/relationships/font"/><Relationship Id="rId12" Target="fonts/font5.fntdata" Type="http://schemas.openxmlformats.org/officeDocument/2006/relationships/font"/><Relationship Id="rId13" Target="fonts/font6.fntdata" Type="http://schemas.openxmlformats.org/officeDocument/2006/relationships/font"/><Relationship Id="rId14" Target="fonts/font7.fntdata" Type="http://schemas.openxmlformats.org/officeDocument/2006/relationships/font"/><Relationship Id="rId15" Target="fonts/font8.fntdata" Type="http://schemas.openxmlformats.org/officeDocument/2006/relationships/font"/><Relationship Id="rId16" Target="fonts/font9.fntdata" Type="http://schemas.openxmlformats.org/officeDocument/2006/relationships/font"/><Relationship Id="rId17" Target="presProps.xml" Type="http://schemas.openxmlformats.org/officeDocument/2006/relationships/presProps"/><Relationship Id="rId18" Target="viewProps.xml" Type="http://schemas.openxmlformats.org/officeDocument/2006/relationships/viewProps"/><Relationship Id="rId19" Target="theme/theme1.xml" Type="http://schemas.openxmlformats.org/officeDocument/2006/relationships/theme"/><Relationship Id="rId2" Target="slideMasters/slideMaster2.xml" Type="http://schemas.openxmlformats.org/officeDocument/2006/relationships/slideMaster"/><Relationship Id="rId20" Target="tableStyles.xml" Type="http://schemas.openxmlformats.org/officeDocument/2006/relationships/tableStyles"/><Relationship Id="rId21" Target="slides/slide4.xml" Type="http://schemas.openxmlformats.org/officeDocument/2006/relationships/slide"/><Relationship Id="rId22" Target="notesSlides/notesSlide2.xml" Type="http://schemas.openxmlformats.org/officeDocument/2006/relationships/notesSlide"/><Relationship Id="rId23" Target="slides/slide5.xml" Type="http://schemas.openxmlformats.org/officeDocument/2006/relationships/slide"/><Relationship Id="rId24" Target="slides/slide6.xml" Type="http://schemas.openxmlformats.org/officeDocument/2006/relationships/slide"/><Relationship Id="rId25" Target="slides/slide7.xml" Type="http://schemas.openxmlformats.org/officeDocument/2006/relationships/slide"/><Relationship Id="rId26" Target="slides/slide8.xml" Type="http://schemas.openxmlformats.org/officeDocument/2006/relationships/slide"/><Relationship Id="rId27" Target="slides/slide9.xml" Type="http://schemas.openxmlformats.org/officeDocument/2006/relationships/slide"/><Relationship Id="rId28" Target="slides/slide10.xml" Type="http://schemas.openxmlformats.org/officeDocument/2006/relationships/slide"/><Relationship Id="rId29" Target="slides/slide11.xml" Type="http://schemas.openxmlformats.org/officeDocument/2006/relationships/slide"/><Relationship Id="rId30" Target="slides/slide12.xml" Type="http://schemas.openxmlformats.org/officeDocument/2006/relationships/slide"/><Relationship Id="rId31" Target="slides/slide13.xml" Type="http://schemas.openxmlformats.org/officeDocument/2006/relationships/slide"/><Relationship Id="rId32" Target="slides/slide14.xml" Type="http://schemas.openxmlformats.org/officeDocument/2006/relationships/slide"/><Relationship Id="rId33" Target="slides/slide15.xml" Type="http://schemas.openxmlformats.org/officeDocument/2006/relationships/slide"/><Relationship Id="rId34" Target="slides/slide16.xml" Type="http://schemas.openxmlformats.org/officeDocument/2006/relationships/slide"/><Relationship Id="rId35" Target="slides/slide17.xml" Type="http://schemas.openxmlformats.org/officeDocument/2006/relationships/slide"/><Relationship Id="rId6" Target="notesMasters/notesMaster1.xml" Type="http://schemas.openxmlformats.org/officeDocument/2006/relationships/notesMaster"/><Relationship Id="rId7" Target="handoutMasters/handoutMaster1.xml" Type="http://schemas.openxmlformats.org/officeDocument/2006/relationships/handoutMaster"/><Relationship Id="rId8" Target="fonts/font1.fntdata" Type="http://schemas.openxmlformats.org/officeDocument/2006/relationships/font"/><Relationship Id="rId9" Target="fonts/font2.fntdata" Type="http://schemas.openxmlformats.org/officeDocument/2006/relationships/font"/></Relationships>
</file>

<file path=ppt/handoutMasters/_rels/handoutMaster1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892C7-26F1-4EEF-BAF9-F100166803AF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83939-9029-45E7-961E-28F062FED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30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1699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6768" y="0"/>
            <a:ext cx="3011699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5288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772668"/>
            <a:ext cx="3011699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475" tIns="46225" rIns="92475" bIns="462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8402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6975d3e27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6975d3e275_0_86:notes"/>
          <p:cNvSpPr txBox="1">
            <a:spLocks noGrp="1"/>
          </p:cNvSpPr>
          <p:nvPr>
            <p:ph type="body" idx="1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spcFirstLastPara="1" wrap="square" lIns="92476" tIns="92476" rIns="92476" bIns="92476" anchor="t" anchorCtr="0">
            <a:noAutofit/>
          </a:bodyPr>
          <a:lstStyle/>
          <a:p>
            <a:pPr marL="0" indent="0"/>
            <a:r>
              <a:rPr lang="en"/>
              <a:t>title</a:t>
            </a:r>
          </a:p>
        </p:txBody>
      </p:sp>
      <p:sp>
        <p:nvSpPr>
          <p:cNvPr id="128" name="Google Shape;128;g16975d3e275_0_86:notes"/>
          <p:cNvSpPr txBox="1">
            <a:spLocks noGrp="1"/>
          </p:cNvSpPr>
          <p:nvPr>
            <p:ph type="sldNum" idx="12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64" tIns="91364" rIns="91364" bIns="91364" anchor="ctr" anchorCtr="0">
            <a:noAutofit/>
          </a:bodyPr>
          <a:lstStyle/>
          <a:p>
            <a:r id="{00000000-1234-1234-1234-123412341234}" type="slidenum">
              <a:rPr lang="en"/>
              <a:pPr/>
              <a:t>1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18474"/>
            <a:ext cx="9144000" cy="2625025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>
              <a:defRPr lang="en-US" sz="5400" dirty="0">
                <a:solidFill>
                  <a:srgbClr val="FFFF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</a:pPr>
            <a:r>
              <a:rPr lang="en-US" dirty="0" smtClean="0"/>
              <a:t>{</a:t>
            </a:r>
            <a:r>
              <a:rPr lang="en-US" dirty="0" err="1" smtClean="0"/>
              <a:t>title_en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0" y="2"/>
            <a:ext cx="9144000" cy="2518473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>
              <a:defRPr lang="en-US"/>
            </a:lvl1pPr>
          </a:lstStyle>
          <a:p>
            <a: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 smtClean="0"/>
              <a:t>{</a:t>
            </a:r>
            <a:r>
              <a:rPr lang="en-US" dirty="0" err="1" smtClean="0"/>
              <a:t>title_zh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9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4881966"/>
            <a:ext cx="9144000" cy="26153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>
              <a:defRPr lang="en-US" sz="1200" dirty="0">
                <a:latin typeface="Arial Narrow" panose="020B0606020202030204" pitchFamily="34" charset="0"/>
              </a:defRPr>
            </a:lvl1pPr>
          </a:lstStyle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</a:pPr>
            <a:r>
              <a:rPr lang="en-US" dirty="0" smtClean="0"/>
              <a:t>{title}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0" y="2"/>
            <a:ext cx="9144000" cy="4881964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buNone/>
              <a:defRPr lang="en-US" sz="5000"/>
            </a:lvl1pPr>
          </a:lstStyle>
          <a:p>
            <a:pPr algn="ctr"/>
            <a:r>
              <a:rPr lang="en-US" sz="5800" b="0" dirty="0" smtClean="0">
                <a:solidFill>
                  <a:schemeClr val="bg1"/>
                </a:solidFill>
                <a:latin typeface="STKaiti" pitchFamily="2" charset="-122"/>
                <a:ea typeface="STKaiti" pitchFamily="2" charset="-122"/>
              </a:rPr>
              <a:t>{</a:t>
            </a:r>
            <a:r>
              <a:rPr lang="en-US" sz="5800" b="0" dirty="0" err="1" smtClean="0">
                <a:solidFill>
                  <a:schemeClr val="bg1"/>
                </a:solidFill>
                <a:latin typeface="STKaiti" pitchFamily="2" charset="-122"/>
                <a:ea typeface="STKaiti" pitchFamily="2" charset="-122"/>
              </a:rPr>
              <a:t>zh</a:t>
            </a:r>
            <a:r>
              <a:rPr lang="en-US" sz="5800" b="0" dirty="0" smtClean="0">
                <a:solidFill>
                  <a:schemeClr val="bg1"/>
                </a:solidFill>
                <a:latin typeface="STKaiti" pitchFamily="2" charset="-122"/>
                <a:ea typeface="STKaiti" pitchFamily="2" charset="-122"/>
              </a:rPr>
              <a:t>}</a:t>
            </a:r>
          </a:p>
          <a:p>
            <a:pPr algn="ctr"/>
            <a:r>
              <a:rPr lang="en-US" sz="4800" dirty="0" smtClean="0">
                <a:solidFill>
                  <a:srgbClr val="FFFF99"/>
                </a:solidFill>
                <a:latin typeface="Arial Narrow" pitchFamily="34" charset="0"/>
              </a:rPr>
              <a:t>{</a:t>
            </a:r>
            <a:r>
              <a:rPr lang="en-US" sz="4800" dirty="0" err="1" smtClean="0">
                <a:solidFill>
                  <a:srgbClr val="FFFF99"/>
                </a:solidFill>
                <a:latin typeface="Arial Narrow" pitchFamily="34" charset="0"/>
              </a:rPr>
              <a:t>en</a:t>
            </a:r>
            <a:r>
              <a:rPr lang="en-US" sz="4800" dirty="0" smtClean="0">
                <a:solidFill>
                  <a:srgbClr val="FFFF99"/>
                </a:solidFill>
                <a:latin typeface="Arial Narrow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769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只有標題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5105465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_rels/slideMaster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slideLayouts/slideLayout3.xml" Type="http://schemas.openxmlformats.org/officeDocument/2006/relationships/slideLayout"/><Relationship Id="rId3" Target="../theme/theme2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222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1200" b="1" i="0" u="none" strike="noStrike" kern="1200" cap="none">
          <a:solidFill>
            <a:schemeClr val="bg1"/>
          </a:solidFill>
          <a:latin typeface="STKaiti" pitchFamily="2" charset="-122"/>
          <a:ea typeface="STKaiti" pitchFamily="2" charset="-122"/>
          <a:cs typeface="Calibri"/>
          <a:sym typeface="Calibri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6000" b="1" i="0" u="none" strike="noStrike" kern="1200" cap="none" smtClean="0">
          <a:solidFill>
            <a:schemeClr val="bg1"/>
          </a:solidFill>
          <a:latin typeface="STKaiti" pitchFamily="2" charset="-122"/>
          <a:ea typeface="STKaiti" pitchFamily="2" charset="-122"/>
          <a:cs typeface="Calibri"/>
          <a:sym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 smtClean="0">
          <a:solidFill>
            <a:schemeClr val="dk1"/>
          </a:solidFill>
          <a:latin typeface="Calibri"/>
          <a:ea typeface="+mn-ea"/>
          <a:cs typeface="Calibri"/>
          <a:sym typeface="Calibri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 smtClean="0">
          <a:solidFill>
            <a:schemeClr val="dk1"/>
          </a:solidFill>
          <a:latin typeface="Calibri"/>
          <a:ea typeface="+mn-ea"/>
          <a:cs typeface="Calibri"/>
          <a:sym typeface="Calibri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 smtClean="0">
          <a:solidFill>
            <a:schemeClr val="dk1"/>
          </a:solidFill>
          <a:latin typeface="Calibri"/>
          <a:ea typeface="+mn-ea"/>
          <a:cs typeface="Calibri"/>
          <a:sym typeface="Calibri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>
          <a:solidFill>
            <a:schemeClr val="dk1"/>
          </a:solidFill>
          <a:latin typeface="Calibri"/>
          <a:ea typeface="+mn-ea"/>
          <a:cs typeface="Calibri"/>
          <a:sym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800" b="0" dirty="0" smtClean="0">
                <a:solidFill>
                  <a:schemeClr val="bg1"/>
                </a:solidFill>
                <a:latin typeface="STKaiti" pitchFamily="2" charset="-122"/>
                <a:ea typeface="STKaiti" pitchFamily="2" charset="-122"/>
              </a:rPr>
              <a:t>{</a:t>
            </a:r>
            <a:r>
              <a:rPr lang="en-US" sz="5800" b="0" dirty="0" err="1" smtClean="0">
                <a:solidFill>
                  <a:schemeClr val="bg1"/>
                </a:solidFill>
                <a:latin typeface="STKaiti" pitchFamily="2" charset="-122"/>
                <a:ea typeface="STKaiti" pitchFamily="2" charset="-122"/>
              </a:rPr>
              <a:t>zh</a:t>
            </a:r>
            <a:r>
              <a:rPr lang="en-US" sz="5800" b="0" dirty="0" smtClean="0">
                <a:solidFill>
                  <a:schemeClr val="bg1"/>
                </a:solidFill>
                <a:latin typeface="STKaiti" pitchFamily="2" charset="-122"/>
                <a:ea typeface="STKaiti" pitchFamily="2" charset="-122"/>
              </a:rPr>
              <a:t>}</a:t>
            </a:r>
          </a:p>
          <a:p>
            <a:pPr algn="ctr"/>
            <a:r>
              <a:rPr lang="en-US" sz="4800" dirty="0" smtClean="0">
                <a:solidFill>
                  <a:srgbClr val="FFFF99"/>
                </a:solidFill>
                <a:latin typeface="Arial Narrow" pitchFamily="34" charset="0"/>
              </a:rPr>
              <a:t>{</a:t>
            </a:r>
            <a:r>
              <a:rPr lang="en-US" sz="4800" dirty="0" err="1" smtClean="0">
                <a:solidFill>
                  <a:srgbClr val="FFFF99"/>
                </a:solidFill>
                <a:latin typeface="Arial Narrow" pitchFamily="34" charset="0"/>
              </a:rPr>
              <a:t>en</a:t>
            </a:r>
            <a:r>
              <a:rPr lang="en-US" sz="4800" dirty="0" smtClean="0">
                <a:solidFill>
                  <a:srgbClr val="FFFF99"/>
                </a:solidFill>
                <a:latin typeface="Arial Narrow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222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1200" b="1" i="0" u="none" strike="noStrike" kern="1200" cap="none">
          <a:solidFill>
            <a:schemeClr val="bg1"/>
          </a:solidFill>
          <a:latin typeface="STKaiti" pitchFamily="2" charset="-122"/>
          <a:ea typeface="STKaiti" pitchFamily="2" charset="-122"/>
          <a:cs typeface="Calibri"/>
          <a:sym typeface="Calibri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5400" b="1" i="0" u="none" strike="noStrike" kern="1200" cap="none" smtClean="0">
          <a:solidFill>
            <a:schemeClr val="bg1"/>
          </a:solidFill>
          <a:latin typeface="STKaiti" pitchFamily="2" charset="-122"/>
          <a:ea typeface="STKaiti" pitchFamily="2" charset="-122"/>
          <a:cs typeface="Calibri"/>
          <a:sym typeface="Calibri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 smtClean="0">
          <a:solidFill>
            <a:schemeClr val="dk1"/>
          </a:solidFill>
          <a:latin typeface="Calibri"/>
          <a:ea typeface="+mn-ea"/>
          <a:cs typeface="Calibri"/>
          <a:sym typeface="Calibri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 smtClean="0">
          <a:solidFill>
            <a:schemeClr val="dk1"/>
          </a:solidFill>
          <a:latin typeface="Calibri"/>
          <a:ea typeface="+mn-ea"/>
          <a:cs typeface="Calibri"/>
          <a:sym typeface="Calibri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 smtClean="0">
          <a:solidFill>
            <a:schemeClr val="dk1"/>
          </a:solidFill>
          <a:latin typeface="Calibri"/>
          <a:ea typeface="+mn-ea"/>
          <a:cs typeface="Calibri"/>
          <a:sym typeface="Calibri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4400" b="0" i="0" u="none" strike="noStrike" kern="1200" cap="none" dirty="0">
          <a:solidFill>
            <a:schemeClr val="dk1"/>
          </a:solidFill>
          <a:latin typeface="Calibri"/>
          <a:ea typeface="+mn-ea"/>
          <a:cs typeface="Calibri"/>
          <a:sym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slide4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2800" cy="5142900"/>
          </a:xfrm>
          <a:prstGeom prst="rect">
            <a:avLst/>
          </a:prstGeom>
        </p:spPr>
        <p:txBody>
          <a:bodyPr anchor="ctr" anchorCtr="0" bIns="45700" lIns="91425" rIns="91425" spcFirstLastPara="1" tIns="45700" wrap="square">
            <a:noAutofit/>
          </a:bodyPr>
          <a:lstStyle/>
          <a:p>
            <a:pPr indent="0" lvl="0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latin typeface="STKaiti"/>
              </a:rPr>
              <a:t>002 快樂頌</a:t>
            </a:r>
          </a:p>
          <a:p>
            <a:pPr indent="0" lvl="0" mar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200" b="true" i="false" strike="noStrike" baseline="0" u="none">
                <a:solidFill>
                  <a:srgbClr val="FFFF99"/>
                </a:solidFill>
                <a:latin typeface="Arial Narrow"/>
              </a:rPr>
              <a:t>Joyful, Joyful, we Adore Thee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快樂 快樂 我們崇拜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榮耀慈愛大主宰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Joyful, Joyful we adore Thee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God of glory, Lord of love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奉獻心靈在主面前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如同花朵向日開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Hearts unfold like flow'rs before thee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op'ning to the sun above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愁霧 疑雲 罪惡 憂驚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懇求救主消除盡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Melt the clouds of sin and sadness, drive the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gloom of doubt away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萬福之源 永樂之主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賜下光明滿我心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giver of immortal gladness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fill us with the light of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環繞主座萬物同歡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天地反映主榮光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All thy works with joy surround Thee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earth and heav'n reflect Thy rays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天使 星宿 繞主歌唱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不住崇拜永頌揚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stars and angels sing around Thee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center of unbroken praise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田野 森林 高山 低谷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青翠草原及海洋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Field and forest, vale and mountain,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flow'ry meadow, flashing sea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清歌小鳥 輕注流泉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喚人拜主同歡暢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chanting bird and flowing fountain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call us to rejoice in Thee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主好給與 主喜赦罪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永遠祝福施恩惠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Thou art giving and forgiving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ever blessing ever blest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主是生命 喜樂源頭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賜人安息最佳美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wellspring of the joy of living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ocean depth of happy rest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神是父親 基督是兄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愛中生活皆主民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Thou our Father, Christ our Brother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all who live in love are Thine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4930759"/>
            <a:ext cx="9144000" cy="208365"/>
          </a:xfrm>
        </p:spPr>
        <p:txBody>
          <a:bodyPr/>
          <a:lstStyle/>
          <a:p>
            <a:pPr indent="0"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i="false" strike="noStrike" baseline="0" u="none">
                <a:solidFill>
                  <a:srgbClr val="FFFFFF"/>
                </a:solidFill>
                <a:latin typeface="STKaiti"/>
              </a:rPr>
              <a:t>002 快樂頌 Joyful, Joyful, we Adore Thee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 type="subTitle"/>
          </p:nvPr>
        </p:nvSpPr>
        <p:spPr>
          <a:xfrm>
            <a:off x="0" y="2"/>
            <a:ext cx="9144000" cy="4920613"/>
          </a:xfrm>
        </p:spPr>
        <p:txBody>
          <a:bodyPr/>
          <a:lstStyle/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求教我們 相愛相親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5500" b="true" i="false" strike="noStrike" baseline="0" u="none">
                <a:solidFill>
                  <a:srgbClr val="FFFFFF"/>
                </a:solidFill>
                <a:ea typeface="STKaiti"/>
              </a:rPr>
              <a:t>同享屬神大歡欣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teach us how to love each other</a:t>
            </a:r>
          </a:p>
          <a:p>
            <a:pPr indent="0" lvl="0" marL="22860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4400" b="true" i="false" strike="noStrike" baseline="0" u="none">
                <a:solidFill>
                  <a:srgbClr val="FFFF99"/>
                </a:solidFill>
                <a:latin typeface="Arial Narrow"/>
              </a:rPr>
              <a:t>lift us to the joy divine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er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26</Words>
  <Application>Microsoft Office PowerPoint</Application>
  <PresentationFormat>On-screen Show (16:9)</PresentationFormat>
  <Paragraphs>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STKaiti</vt:lpstr>
      <vt:lpstr>Calibri</vt:lpstr>
      <vt:lpstr>Arial Narrow</vt:lpstr>
      <vt:lpstr>title</vt:lpstr>
      <vt:lpstr>verse</vt:lpstr>
      <vt:lpstr>{entry} {title.zh_cn} {title.en_us}</vt:lpstr>
      <vt:lpstr>{entry} {title.zh_cn} {title.en_us}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scott mo</cp:lastModifiedBy>
  <dcterms:modified xsi:type="dcterms:W3CDTF">2025-04-13T04:44:47Z</dcterms:modified>
  <cp:revision>60</cp:revision>
  <dc:title> 歡迎參加 榮耀華人浸信會  主日崇拜 Welcome to join Glory CBC Sunday Service Live Stream begin at 10:00 am </dc:title>
</cp:coreProperties>
</file>